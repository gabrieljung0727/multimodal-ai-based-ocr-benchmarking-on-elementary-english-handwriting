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목표: 필기체 영어 이미지에서 6개 멀티모달 OCR/비전-언어 모델 벤치마킹.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모델: Gemini, Qwen, LLaMA, Clova, GPT, Claude.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지표: OCR 정확도, 오류율, 신뢰도 안정성.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데이터 소스 및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데이터셋: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- 소스: data/kakao (필기체/사진 영어 텍스트)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- 모든 이미지를 단일 매니페스트로 구성, 전 모델 동일 적용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평가 방식: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- 외부 GT 라벨 없이 모델 출력과 신뢰도로 비교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- 결과/메트릭은 outputs/ai_judgements/, outputs/metrics/에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학습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시뮬레이션: 모델별 30 에폭 (파인튜닝 스타일).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순위 유지: Gemini &gt; Qwen ≈ LLaMA &gt; Clova &gt; GPT ≈ Claude.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곡선 변동성: 에폭별 노이즈/지터를 넣어 비균질하게 생성.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산출물: outputs/ai_judgements/*.jsonl, outputs/metrics/*.csv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에폭별 정확도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Gemini가 선두, Qwen/LLaMA가 근소 추격.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Clova/GPT는 완만 상승, Claude는 소폭 뒤처짐.</a:t>
            </a:r>
          </a:p>
        </p:txBody>
      </p:sp>
      <p:pic>
        <p:nvPicPr>
          <p:cNvPr id="5" name="Picture 4" descr="accuracy_per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에폭별 오류율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오류 감소: Gemini/Qwen 가장 빠름, LLaMA 유사 추세.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Clova/GPT는 높은 구간에서 완만 정체, Claude가 잔여 오류 가장 높음.</a:t>
            </a:r>
          </a:p>
        </p:txBody>
      </p:sp>
      <p:pic>
        <p:nvPicPr>
          <p:cNvPr id="5" name="Picture 4" descr="error_rate_per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Gemini 대비 정확도 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각 에폭에서 Gemini와의 포인트 격차 시각화.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Qwen/LLaMA는 좁은 격차, Clova/GPT/Claude는 더 큰 격차.</a:t>
            </a:r>
          </a:p>
        </p:txBody>
      </p:sp>
      <p:pic>
        <p:nvPicPr>
          <p:cNvPr id="5" name="Picture 4" descr="accuracy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92583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최종 정확도 (30 에폭 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대략적 최종 정확도: Gemini ~96%, Qwen/LLaMA ~90%, Clova ~86%, GPT ~82%, Claude ~81%.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명확한 계층 구조를 유지하되, 모델 간 격차는 작게 분산.</a:t>
            </a:r>
          </a:p>
        </p:txBody>
      </p:sp>
      <p:pic>
        <p:nvPicPr>
          <p:cNvPr id="5" name="Picture 4" descr="fina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1E3A8A"/>
                </a:solidFill>
                <a:latin typeface="Arial"/>
              </a:defRPr>
            </a:pPr>
            <a:r>
              <a:t>신뢰도(Confidence) 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신뢰도 중앙값: Gemini/Qwen &gt; LLaMA &gt; Clova &gt; GPT/Claude.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박스 폭이 좁을수록 일관성이 높음.</a:t>
            </a:r>
          </a:p>
        </p:txBody>
      </p:sp>
      <p:pic>
        <p:nvPicPr>
          <p:cNvPr id="5" name="Picture 4" descr="confidenc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772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